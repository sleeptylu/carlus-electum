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4"/>
  </p:sldMasterIdLst>
  <p:sldIdLst>
    <p:sldId id="256" r:id="rId5"/>
    <p:sldId id="269" r:id="rId6"/>
    <p:sldId id="258" r:id="rId7"/>
    <p:sldId id="259" r:id="rId8"/>
    <p:sldId id="260" r:id="rId9"/>
    <p:sldId id="261" r:id="rId10"/>
    <p:sldId id="262" r:id="rId11"/>
    <p:sldId id="268" r:id="rId12"/>
    <p:sldId id="264" r:id="rId13"/>
    <p:sldId id="270" r:id="rId14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3D1E9-9928-B444-82DD-DECFE60DACD8}" v="1" dt="2026-01-02T23:22:56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3">
        <a:alpha val="0"/>
      </a:schemeClr>
    </dgm:fillClrLst>
    <dgm:linClrLst meth="repeat">
      <a:schemeClr val="accent3">
        <a:alpha val="0"/>
      </a:schemeClr>
    </dgm:linClrLst>
    <dgm:effectClrLst/>
    <dgm:txLinClrLst/>
    <dgm:txFillClrLst meth="repeat">
      <a:schemeClr val="accent3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5">
        <a:alpha val="0"/>
      </a:schemeClr>
    </dgm:fillClrLst>
    <dgm:linClrLst meth="repeat">
      <a:schemeClr val="accent5">
        <a:alpha val="0"/>
      </a:schemeClr>
    </dgm:linClrLst>
    <dgm:effectClrLst/>
    <dgm:txLinClrLst/>
    <dgm:txFillClrLst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2FE5FE-8035-41D9-9B86-3774FEBAB2F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3_2" csCatId="accent3" phldr="1"/>
      <dgm:spPr/>
      <dgm:t>
        <a:bodyPr/>
        <a:lstStyle/>
        <a:p>
          <a:endParaRPr lang="en-US"/>
        </a:p>
      </dgm:t>
    </dgm:pt>
    <dgm:pt modelId="{2BBC7BAF-F21A-4FFC-A389-A85E0397A038}">
      <dgm:prSet/>
      <dgm:spPr/>
      <dgm:t>
        <a:bodyPr/>
        <a:lstStyle/>
        <a:p>
          <a:pPr>
            <a:defRPr cap="all"/>
          </a:pPr>
          <a:r>
            <a:rPr lang="en-US"/>
            <a:t>A Carlus Electum precisava de uma plataforma de e-commerce para digitalizar as suas vendas</a:t>
          </a:r>
        </a:p>
      </dgm:t>
    </dgm:pt>
    <dgm:pt modelId="{41AFDBD0-3296-4BE2-BBEE-72D7D5C8DDE5}" type="parTrans" cxnId="{F09B6B97-0AF7-4A41-824E-E3D1E20545BA}">
      <dgm:prSet/>
      <dgm:spPr/>
      <dgm:t>
        <a:bodyPr/>
        <a:lstStyle/>
        <a:p>
          <a:endParaRPr lang="en-US"/>
        </a:p>
      </dgm:t>
    </dgm:pt>
    <dgm:pt modelId="{43834FBE-F5B4-4FD1-9C35-CA6C21E7F19F}" type="sibTrans" cxnId="{F09B6B97-0AF7-4A41-824E-E3D1E20545BA}">
      <dgm:prSet/>
      <dgm:spPr/>
      <dgm:t>
        <a:bodyPr/>
        <a:lstStyle/>
        <a:p>
          <a:endParaRPr lang="en-US"/>
        </a:p>
      </dgm:t>
    </dgm:pt>
    <dgm:pt modelId="{2D62C556-565B-4302-94E6-87174F9758E0}">
      <dgm:prSet/>
      <dgm:spPr/>
      <dgm:t>
        <a:bodyPr/>
        <a:lstStyle/>
        <a:p>
          <a:pPr>
            <a:defRPr cap="all"/>
          </a:pPr>
          <a:r>
            <a:rPr lang="en-US"/>
            <a:t>Os principais utilizadores vão ser os utilizadores e os administradores</a:t>
          </a:r>
        </a:p>
      </dgm:t>
    </dgm:pt>
    <dgm:pt modelId="{DA49162A-1678-43FF-98EB-3B731F9A44A3}" type="parTrans" cxnId="{EB092E1A-1A9F-47CD-B515-034AB5FC3F31}">
      <dgm:prSet/>
      <dgm:spPr/>
      <dgm:t>
        <a:bodyPr/>
        <a:lstStyle/>
        <a:p>
          <a:endParaRPr lang="en-US"/>
        </a:p>
      </dgm:t>
    </dgm:pt>
    <dgm:pt modelId="{39DE0D2C-9F79-4B40-9A1B-EABFA52D888E}" type="sibTrans" cxnId="{EB092E1A-1A9F-47CD-B515-034AB5FC3F31}">
      <dgm:prSet/>
      <dgm:spPr/>
      <dgm:t>
        <a:bodyPr/>
        <a:lstStyle/>
        <a:p>
          <a:endParaRPr lang="en-US"/>
        </a:p>
      </dgm:t>
    </dgm:pt>
    <dgm:pt modelId="{7E025BC1-5B68-4E3F-8F55-9484D28AB12D}" type="pres">
      <dgm:prSet presAssocID="{732FE5FE-8035-41D9-9B86-3774FEBAB2FF}" presName="root" presStyleCnt="0">
        <dgm:presLayoutVars>
          <dgm:dir/>
          <dgm:resizeHandles val="exact"/>
        </dgm:presLayoutVars>
      </dgm:prSet>
      <dgm:spPr/>
    </dgm:pt>
    <dgm:pt modelId="{36B25D4D-18E4-463B-B63C-34C874AB4CBD}" type="pres">
      <dgm:prSet presAssocID="{2BBC7BAF-F21A-4FFC-A389-A85E0397A038}" presName="compNode" presStyleCnt="0"/>
      <dgm:spPr/>
    </dgm:pt>
    <dgm:pt modelId="{B0B1D078-BF0F-4DFA-B6AF-80596414F306}" type="pres">
      <dgm:prSet presAssocID="{2BBC7BAF-F21A-4FFC-A389-A85E0397A038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5AB69128-6506-4EB3-BD84-69584137B072}" type="pres">
      <dgm:prSet presAssocID="{2BBC7BAF-F21A-4FFC-A389-A85E0397A0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137A7C42-61C2-479D-9752-3E4E597FD323}" type="pres">
      <dgm:prSet presAssocID="{2BBC7BAF-F21A-4FFC-A389-A85E0397A038}" presName="spaceRect" presStyleCnt="0"/>
      <dgm:spPr/>
    </dgm:pt>
    <dgm:pt modelId="{D055D60C-1A3C-4562-B9B1-A35D3EBA95C7}" type="pres">
      <dgm:prSet presAssocID="{2BBC7BAF-F21A-4FFC-A389-A85E0397A038}" presName="textRect" presStyleLbl="revTx" presStyleIdx="0" presStyleCnt="2">
        <dgm:presLayoutVars>
          <dgm:chMax val="1"/>
          <dgm:chPref val="1"/>
        </dgm:presLayoutVars>
      </dgm:prSet>
      <dgm:spPr/>
    </dgm:pt>
    <dgm:pt modelId="{2B898947-DE6A-4D09-80F0-69A89CFABB52}" type="pres">
      <dgm:prSet presAssocID="{43834FBE-F5B4-4FD1-9C35-CA6C21E7F19F}" presName="sibTrans" presStyleCnt="0"/>
      <dgm:spPr/>
    </dgm:pt>
    <dgm:pt modelId="{9111C942-2084-4745-B2E3-B4BBC1DB25F9}" type="pres">
      <dgm:prSet presAssocID="{2D62C556-565B-4302-94E6-87174F9758E0}" presName="compNode" presStyleCnt="0"/>
      <dgm:spPr/>
    </dgm:pt>
    <dgm:pt modelId="{02363D23-FD5A-4FE3-9276-D7071B64FFC7}" type="pres">
      <dgm:prSet presAssocID="{2D62C556-565B-4302-94E6-87174F9758E0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902E5B8-CD25-4BA2-91AE-C7A93D64B6DB}" type="pres">
      <dgm:prSet presAssocID="{2D62C556-565B-4302-94E6-87174F9758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CD5DF19-D888-41BA-BD0C-8F2701EFEE72}" type="pres">
      <dgm:prSet presAssocID="{2D62C556-565B-4302-94E6-87174F9758E0}" presName="spaceRect" presStyleCnt="0"/>
      <dgm:spPr/>
    </dgm:pt>
    <dgm:pt modelId="{6957933E-F8C3-4278-BDD6-F5C9E8B1C7AA}" type="pres">
      <dgm:prSet presAssocID="{2D62C556-565B-4302-94E6-87174F9758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B092E1A-1A9F-47CD-B515-034AB5FC3F31}" srcId="{732FE5FE-8035-41D9-9B86-3774FEBAB2FF}" destId="{2D62C556-565B-4302-94E6-87174F9758E0}" srcOrd="1" destOrd="0" parTransId="{DA49162A-1678-43FF-98EB-3B731F9A44A3}" sibTransId="{39DE0D2C-9F79-4B40-9A1B-EABFA52D888E}"/>
    <dgm:cxn modelId="{F09B6B97-0AF7-4A41-824E-E3D1E20545BA}" srcId="{732FE5FE-8035-41D9-9B86-3774FEBAB2FF}" destId="{2BBC7BAF-F21A-4FFC-A389-A85E0397A038}" srcOrd="0" destOrd="0" parTransId="{41AFDBD0-3296-4BE2-BBEE-72D7D5C8DDE5}" sibTransId="{43834FBE-F5B4-4FD1-9C35-CA6C21E7F19F}"/>
    <dgm:cxn modelId="{9DAB2599-18D8-4E51-BD8D-BF099632F277}" type="presOf" srcId="{2BBC7BAF-F21A-4FFC-A389-A85E0397A038}" destId="{D055D60C-1A3C-4562-B9B1-A35D3EBA95C7}" srcOrd="0" destOrd="0" presId="urn:microsoft.com/office/officeart/2018/5/layout/IconLeafLabelList"/>
    <dgm:cxn modelId="{A869F5AA-1A31-47DC-996C-796886BFB9D3}" type="presOf" srcId="{2D62C556-565B-4302-94E6-87174F9758E0}" destId="{6957933E-F8C3-4278-BDD6-F5C9E8B1C7AA}" srcOrd="0" destOrd="0" presId="urn:microsoft.com/office/officeart/2018/5/layout/IconLeafLabelList"/>
    <dgm:cxn modelId="{C7552DF3-F24C-4ADF-A77C-B6B7F2EA484C}" type="presOf" srcId="{732FE5FE-8035-41D9-9B86-3774FEBAB2FF}" destId="{7E025BC1-5B68-4E3F-8F55-9484D28AB12D}" srcOrd="0" destOrd="0" presId="urn:microsoft.com/office/officeart/2018/5/layout/IconLeafLabelList"/>
    <dgm:cxn modelId="{4028563A-D9B7-47F4-B016-E29C81AB97CF}" type="presParOf" srcId="{7E025BC1-5B68-4E3F-8F55-9484D28AB12D}" destId="{36B25D4D-18E4-463B-B63C-34C874AB4CBD}" srcOrd="0" destOrd="0" presId="urn:microsoft.com/office/officeart/2018/5/layout/IconLeafLabelList"/>
    <dgm:cxn modelId="{B68E4F39-CD57-4DE5-9D13-7C1A8A9C8723}" type="presParOf" srcId="{36B25D4D-18E4-463B-B63C-34C874AB4CBD}" destId="{B0B1D078-BF0F-4DFA-B6AF-80596414F306}" srcOrd="0" destOrd="0" presId="urn:microsoft.com/office/officeart/2018/5/layout/IconLeafLabelList"/>
    <dgm:cxn modelId="{FD79BA05-B9BC-4C41-99E2-18A11CB63683}" type="presParOf" srcId="{36B25D4D-18E4-463B-B63C-34C874AB4CBD}" destId="{5AB69128-6506-4EB3-BD84-69584137B072}" srcOrd="1" destOrd="0" presId="urn:microsoft.com/office/officeart/2018/5/layout/IconLeafLabelList"/>
    <dgm:cxn modelId="{D105E511-A03E-421C-8B88-C65FE31F8934}" type="presParOf" srcId="{36B25D4D-18E4-463B-B63C-34C874AB4CBD}" destId="{137A7C42-61C2-479D-9752-3E4E597FD323}" srcOrd="2" destOrd="0" presId="urn:microsoft.com/office/officeart/2018/5/layout/IconLeafLabelList"/>
    <dgm:cxn modelId="{9FD9BAA8-C168-47B7-AFA5-62A3930DCCE1}" type="presParOf" srcId="{36B25D4D-18E4-463B-B63C-34C874AB4CBD}" destId="{D055D60C-1A3C-4562-B9B1-A35D3EBA95C7}" srcOrd="3" destOrd="0" presId="urn:microsoft.com/office/officeart/2018/5/layout/IconLeafLabelList"/>
    <dgm:cxn modelId="{D6E7781C-8F86-4B07-ADE4-E634DA546336}" type="presParOf" srcId="{7E025BC1-5B68-4E3F-8F55-9484D28AB12D}" destId="{2B898947-DE6A-4D09-80F0-69A89CFABB52}" srcOrd="1" destOrd="0" presId="urn:microsoft.com/office/officeart/2018/5/layout/IconLeafLabelList"/>
    <dgm:cxn modelId="{2DF14FAF-2077-4A7F-80D6-E48E9DD016AB}" type="presParOf" srcId="{7E025BC1-5B68-4E3F-8F55-9484D28AB12D}" destId="{9111C942-2084-4745-B2E3-B4BBC1DB25F9}" srcOrd="2" destOrd="0" presId="urn:microsoft.com/office/officeart/2018/5/layout/IconLeafLabelList"/>
    <dgm:cxn modelId="{D9B825FD-932B-4BF3-B1DB-822CDE556EC0}" type="presParOf" srcId="{9111C942-2084-4745-B2E3-B4BBC1DB25F9}" destId="{02363D23-FD5A-4FE3-9276-D7071B64FFC7}" srcOrd="0" destOrd="0" presId="urn:microsoft.com/office/officeart/2018/5/layout/IconLeafLabelList"/>
    <dgm:cxn modelId="{5E325CE6-F559-44DF-9346-D85E60B2A09A}" type="presParOf" srcId="{9111C942-2084-4745-B2E3-B4BBC1DB25F9}" destId="{8902E5B8-CD25-4BA2-91AE-C7A93D64B6DB}" srcOrd="1" destOrd="0" presId="urn:microsoft.com/office/officeart/2018/5/layout/IconLeafLabelList"/>
    <dgm:cxn modelId="{C4274437-23F7-4B20-8BC9-C3894A15A586}" type="presParOf" srcId="{9111C942-2084-4745-B2E3-B4BBC1DB25F9}" destId="{0CD5DF19-D888-41BA-BD0C-8F2701EFEE72}" srcOrd="2" destOrd="0" presId="urn:microsoft.com/office/officeart/2018/5/layout/IconLeafLabelList"/>
    <dgm:cxn modelId="{5F5FA889-276B-42BD-9C44-7A5AE97B7B4A}" type="presParOf" srcId="{9111C942-2084-4745-B2E3-B4BBC1DB25F9}" destId="{6957933E-F8C3-4278-BDD6-F5C9E8B1C7A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862872-EC75-48A5-9565-400B5558C07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5" csCatId="colorful" phldr="1"/>
      <dgm:spPr/>
      <dgm:t>
        <a:bodyPr/>
        <a:lstStyle/>
        <a:p>
          <a:endParaRPr lang="en-US"/>
        </a:p>
      </dgm:t>
    </dgm:pt>
    <dgm:pt modelId="{B3D4CC6D-FDCC-498E-8A3F-EE482945E5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Strategy para descontos</a:t>
          </a:r>
          <a:endParaRPr lang="en-US"/>
        </a:p>
      </dgm:t>
    </dgm:pt>
    <dgm:pt modelId="{AB12B19A-F45A-40BD-B02E-70291A0D78FB}" type="parTrans" cxnId="{ACC97777-2138-4C76-B0B5-9173B15A9683}">
      <dgm:prSet/>
      <dgm:spPr/>
      <dgm:t>
        <a:bodyPr/>
        <a:lstStyle/>
        <a:p>
          <a:endParaRPr lang="en-US"/>
        </a:p>
      </dgm:t>
    </dgm:pt>
    <dgm:pt modelId="{AEF5039D-7FCE-4345-A4E3-D018D754F60D}" type="sibTrans" cxnId="{ACC97777-2138-4C76-B0B5-9173B15A9683}">
      <dgm:prSet/>
      <dgm:spPr/>
      <dgm:t>
        <a:bodyPr/>
        <a:lstStyle/>
        <a:p>
          <a:endParaRPr lang="en-US"/>
        </a:p>
      </dgm:t>
    </dgm:pt>
    <dgm:pt modelId="{546924CB-E1C5-48C9-812C-E68170F2615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Factory para pagamentos</a:t>
          </a:r>
          <a:endParaRPr lang="en-US"/>
        </a:p>
      </dgm:t>
    </dgm:pt>
    <dgm:pt modelId="{49B1E8D3-3862-40E1-B9E1-890D762C7E3E}" type="parTrans" cxnId="{97AFD73A-326A-4074-9917-D1BB000434E0}">
      <dgm:prSet/>
      <dgm:spPr/>
      <dgm:t>
        <a:bodyPr/>
        <a:lstStyle/>
        <a:p>
          <a:endParaRPr lang="en-US"/>
        </a:p>
      </dgm:t>
    </dgm:pt>
    <dgm:pt modelId="{5360E451-1205-45A8-ABF6-0F08C9DDF59E}" type="sibTrans" cxnId="{97AFD73A-326A-4074-9917-D1BB000434E0}">
      <dgm:prSet/>
      <dgm:spPr/>
      <dgm:t>
        <a:bodyPr/>
        <a:lstStyle/>
        <a:p>
          <a:endParaRPr lang="en-US"/>
        </a:p>
      </dgm:t>
    </dgm:pt>
    <dgm:pt modelId="{CD97B7CB-4DC7-4F1C-8B1C-3EE599C2618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Repository para dados</a:t>
          </a:r>
          <a:endParaRPr lang="en-US"/>
        </a:p>
      </dgm:t>
    </dgm:pt>
    <dgm:pt modelId="{8A518FDC-BA9A-40F1-9413-3FDFC16E3497}" type="parTrans" cxnId="{EBFE0D71-04ED-4DFF-B268-D164194D45DA}">
      <dgm:prSet/>
      <dgm:spPr/>
      <dgm:t>
        <a:bodyPr/>
        <a:lstStyle/>
        <a:p>
          <a:endParaRPr lang="en-US"/>
        </a:p>
      </dgm:t>
    </dgm:pt>
    <dgm:pt modelId="{E056639D-64A7-440C-B444-B4543F22B918}" type="sibTrans" cxnId="{EBFE0D71-04ED-4DFF-B268-D164194D45DA}">
      <dgm:prSet/>
      <dgm:spPr/>
      <dgm:t>
        <a:bodyPr/>
        <a:lstStyle/>
        <a:p>
          <a:endParaRPr lang="en-US"/>
        </a:p>
      </dgm:t>
    </dgm:pt>
    <dgm:pt modelId="{4ED4632E-9BE3-4B19-8E85-4B6E745BDD3D}" type="pres">
      <dgm:prSet presAssocID="{7B862872-EC75-48A5-9565-400B5558C07C}" presName="root" presStyleCnt="0">
        <dgm:presLayoutVars>
          <dgm:dir/>
          <dgm:resizeHandles val="exact"/>
        </dgm:presLayoutVars>
      </dgm:prSet>
      <dgm:spPr/>
    </dgm:pt>
    <dgm:pt modelId="{90F0A135-28B7-4D9C-8C9E-EDBC2C47917C}" type="pres">
      <dgm:prSet presAssocID="{B3D4CC6D-FDCC-498E-8A3F-EE482945E58E}" presName="compNode" presStyleCnt="0"/>
      <dgm:spPr/>
    </dgm:pt>
    <dgm:pt modelId="{F9AC5CF3-8357-47BC-8F52-A095EF2F9933}" type="pres">
      <dgm:prSet presAssocID="{B3D4CC6D-FDCC-498E-8A3F-EE482945E58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053A139-850D-4C03-BCC5-1720115D26FF}" type="pres">
      <dgm:prSet presAssocID="{B3D4CC6D-FDCC-498E-8A3F-EE482945E58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"/>
        </a:ext>
      </dgm:extLst>
    </dgm:pt>
    <dgm:pt modelId="{5FF41DAE-BFC1-45E8-BDDE-D2697BE6F44C}" type="pres">
      <dgm:prSet presAssocID="{B3D4CC6D-FDCC-498E-8A3F-EE482945E58E}" presName="spaceRect" presStyleCnt="0"/>
      <dgm:spPr/>
    </dgm:pt>
    <dgm:pt modelId="{8A2D6486-F5D1-48AC-84F9-C06E922BDA5F}" type="pres">
      <dgm:prSet presAssocID="{B3D4CC6D-FDCC-498E-8A3F-EE482945E58E}" presName="textRect" presStyleLbl="revTx" presStyleIdx="0" presStyleCnt="3">
        <dgm:presLayoutVars>
          <dgm:chMax val="1"/>
          <dgm:chPref val="1"/>
        </dgm:presLayoutVars>
      </dgm:prSet>
      <dgm:spPr/>
    </dgm:pt>
    <dgm:pt modelId="{049C430B-3B06-47FF-BECD-B697C5C8AC42}" type="pres">
      <dgm:prSet presAssocID="{AEF5039D-7FCE-4345-A4E3-D018D754F60D}" presName="sibTrans" presStyleCnt="0"/>
      <dgm:spPr/>
    </dgm:pt>
    <dgm:pt modelId="{9B8DD134-6381-4A55-BE39-F32FA906994E}" type="pres">
      <dgm:prSet presAssocID="{546924CB-E1C5-48C9-812C-E68170F26150}" presName="compNode" presStyleCnt="0"/>
      <dgm:spPr/>
    </dgm:pt>
    <dgm:pt modelId="{60C9E054-0D06-4FB2-B8CE-C041BC0DD406}" type="pres">
      <dgm:prSet presAssocID="{546924CB-E1C5-48C9-812C-E68170F2615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A76395F-E568-461E-96E3-64882748F5E1}" type="pres">
      <dgm:prSet presAssocID="{546924CB-E1C5-48C9-812C-E68170F261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2CBCDDAA-0A9A-4AF5-9DEA-490079449091}" type="pres">
      <dgm:prSet presAssocID="{546924CB-E1C5-48C9-812C-E68170F26150}" presName="spaceRect" presStyleCnt="0"/>
      <dgm:spPr/>
    </dgm:pt>
    <dgm:pt modelId="{413C04EC-5AF7-4165-9C07-889FB165C564}" type="pres">
      <dgm:prSet presAssocID="{546924CB-E1C5-48C9-812C-E68170F26150}" presName="textRect" presStyleLbl="revTx" presStyleIdx="1" presStyleCnt="3">
        <dgm:presLayoutVars>
          <dgm:chMax val="1"/>
          <dgm:chPref val="1"/>
        </dgm:presLayoutVars>
      </dgm:prSet>
      <dgm:spPr/>
    </dgm:pt>
    <dgm:pt modelId="{FC6A8681-4CAA-4DED-A255-AC032AFB691E}" type="pres">
      <dgm:prSet presAssocID="{5360E451-1205-45A8-ABF6-0F08C9DDF59E}" presName="sibTrans" presStyleCnt="0"/>
      <dgm:spPr/>
    </dgm:pt>
    <dgm:pt modelId="{CA579471-F30E-421A-A1A3-F4AAE803F163}" type="pres">
      <dgm:prSet presAssocID="{CD97B7CB-4DC7-4F1C-8B1C-3EE599C26183}" presName="compNode" presStyleCnt="0"/>
      <dgm:spPr/>
    </dgm:pt>
    <dgm:pt modelId="{98DF0D84-917A-419C-B558-E3A134E87684}" type="pres">
      <dgm:prSet presAssocID="{CD97B7CB-4DC7-4F1C-8B1C-3EE599C26183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FA28497-976C-4E8B-B5CB-6AA892A357E3}" type="pres">
      <dgm:prSet presAssocID="{CD97B7CB-4DC7-4F1C-8B1C-3EE599C261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dos"/>
        </a:ext>
      </dgm:extLst>
    </dgm:pt>
    <dgm:pt modelId="{2697B6C1-F7C2-4086-A8A7-09615491DA0B}" type="pres">
      <dgm:prSet presAssocID="{CD97B7CB-4DC7-4F1C-8B1C-3EE599C26183}" presName="spaceRect" presStyleCnt="0"/>
      <dgm:spPr/>
    </dgm:pt>
    <dgm:pt modelId="{29057E12-80B9-4654-94DF-3881C1B60ABD}" type="pres">
      <dgm:prSet presAssocID="{CD97B7CB-4DC7-4F1C-8B1C-3EE599C2618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1649215-5C67-0C44-AA08-F7C93225DABB}" type="presOf" srcId="{CD97B7CB-4DC7-4F1C-8B1C-3EE599C26183}" destId="{29057E12-80B9-4654-94DF-3881C1B60ABD}" srcOrd="0" destOrd="0" presId="urn:microsoft.com/office/officeart/2018/5/layout/IconLeafLabelList"/>
    <dgm:cxn modelId="{97AFD73A-326A-4074-9917-D1BB000434E0}" srcId="{7B862872-EC75-48A5-9565-400B5558C07C}" destId="{546924CB-E1C5-48C9-812C-E68170F26150}" srcOrd="1" destOrd="0" parTransId="{49B1E8D3-3862-40E1-B9E1-890D762C7E3E}" sibTransId="{5360E451-1205-45A8-ABF6-0F08C9DDF59E}"/>
    <dgm:cxn modelId="{EBFE0D71-04ED-4DFF-B268-D164194D45DA}" srcId="{7B862872-EC75-48A5-9565-400B5558C07C}" destId="{CD97B7CB-4DC7-4F1C-8B1C-3EE599C26183}" srcOrd="2" destOrd="0" parTransId="{8A518FDC-BA9A-40F1-9413-3FDFC16E3497}" sibTransId="{E056639D-64A7-440C-B444-B4543F22B918}"/>
    <dgm:cxn modelId="{45065075-06F4-AC42-9F1F-DC99C0FB39E7}" type="presOf" srcId="{7B862872-EC75-48A5-9565-400B5558C07C}" destId="{4ED4632E-9BE3-4B19-8E85-4B6E745BDD3D}" srcOrd="0" destOrd="0" presId="urn:microsoft.com/office/officeart/2018/5/layout/IconLeafLabelList"/>
    <dgm:cxn modelId="{ACC97777-2138-4C76-B0B5-9173B15A9683}" srcId="{7B862872-EC75-48A5-9565-400B5558C07C}" destId="{B3D4CC6D-FDCC-498E-8A3F-EE482945E58E}" srcOrd="0" destOrd="0" parTransId="{AB12B19A-F45A-40BD-B02E-70291A0D78FB}" sibTransId="{AEF5039D-7FCE-4345-A4E3-D018D754F60D}"/>
    <dgm:cxn modelId="{F60191CC-5CE2-0B4A-8212-24E32FF91994}" type="presOf" srcId="{B3D4CC6D-FDCC-498E-8A3F-EE482945E58E}" destId="{8A2D6486-F5D1-48AC-84F9-C06E922BDA5F}" srcOrd="0" destOrd="0" presId="urn:microsoft.com/office/officeart/2018/5/layout/IconLeafLabelList"/>
    <dgm:cxn modelId="{DCE515F8-BEE2-4048-A1DE-3C58E90A1237}" type="presOf" srcId="{546924CB-E1C5-48C9-812C-E68170F26150}" destId="{413C04EC-5AF7-4165-9C07-889FB165C564}" srcOrd="0" destOrd="0" presId="urn:microsoft.com/office/officeart/2018/5/layout/IconLeafLabelList"/>
    <dgm:cxn modelId="{A82C76E2-396B-6742-AB0B-66A48A85D93F}" type="presParOf" srcId="{4ED4632E-9BE3-4B19-8E85-4B6E745BDD3D}" destId="{90F0A135-28B7-4D9C-8C9E-EDBC2C47917C}" srcOrd="0" destOrd="0" presId="urn:microsoft.com/office/officeart/2018/5/layout/IconLeafLabelList"/>
    <dgm:cxn modelId="{45CEC32D-AEF5-C54A-A474-C2BB41B75325}" type="presParOf" srcId="{90F0A135-28B7-4D9C-8C9E-EDBC2C47917C}" destId="{F9AC5CF3-8357-47BC-8F52-A095EF2F9933}" srcOrd="0" destOrd="0" presId="urn:microsoft.com/office/officeart/2018/5/layout/IconLeafLabelList"/>
    <dgm:cxn modelId="{EEDB1B87-FBC9-0748-BE7E-965DF84975B5}" type="presParOf" srcId="{90F0A135-28B7-4D9C-8C9E-EDBC2C47917C}" destId="{9053A139-850D-4C03-BCC5-1720115D26FF}" srcOrd="1" destOrd="0" presId="urn:microsoft.com/office/officeart/2018/5/layout/IconLeafLabelList"/>
    <dgm:cxn modelId="{934A3CC1-0B88-DF4C-B139-BE030924B900}" type="presParOf" srcId="{90F0A135-28B7-4D9C-8C9E-EDBC2C47917C}" destId="{5FF41DAE-BFC1-45E8-BDDE-D2697BE6F44C}" srcOrd="2" destOrd="0" presId="urn:microsoft.com/office/officeart/2018/5/layout/IconLeafLabelList"/>
    <dgm:cxn modelId="{4DE7C84B-0E79-454A-BB07-AD88C82CB6A5}" type="presParOf" srcId="{90F0A135-28B7-4D9C-8C9E-EDBC2C47917C}" destId="{8A2D6486-F5D1-48AC-84F9-C06E922BDA5F}" srcOrd="3" destOrd="0" presId="urn:microsoft.com/office/officeart/2018/5/layout/IconLeafLabelList"/>
    <dgm:cxn modelId="{D40E2BFD-54E4-D944-9A80-BB7F9C00F639}" type="presParOf" srcId="{4ED4632E-9BE3-4B19-8E85-4B6E745BDD3D}" destId="{049C430B-3B06-47FF-BECD-B697C5C8AC42}" srcOrd="1" destOrd="0" presId="urn:microsoft.com/office/officeart/2018/5/layout/IconLeafLabelList"/>
    <dgm:cxn modelId="{708E9A30-16F8-7847-A886-553CA955230C}" type="presParOf" srcId="{4ED4632E-9BE3-4B19-8E85-4B6E745BDD3D}" destId="{9B8DD134-6381-4A55-BE39-F32FA906994E}" srcOrd="2" destOrd="0" presId="urn:microsoft.com/office/officeart/2018/5/layout/IconLeafLabelList"/>
    <dgm:cxn modelId="{0F7F47C1-93C5-1C41-8763-BF9614DDD261}" type="presParOf" srcId="{9B8DD134-6381-4A55-BE39-F32FA906994E}" destId="{60C9E054-0D06-4FB2-B8CE-C041BC0DD406}" srcOrd="0" destOrd="0" presId="urn:microsoft.com/office/officeart/2018/5/layout/IconLeafLabelList"/>
    <dgm:cxn modelId="{89D2D204-301B-5B40-A06A-319D1C3215E8}" type="presParOf" srcId="{9B8DD134-6381-4A55-BE39-F32FA906994E}" destId="{0A76395F-E568-461E-96E3-64882748F5E1}" srcOrd="1" destOrd="0" presId="urn:microsoft.com/office/officeart/2018/5/layout/IconLeafLabelList"/>
    <dgm:cxn modelId="{06B4CB18-0972-5D4F-B578-9DA2C478AE99}" type="presParOf" srcId="{9B8DD134-6381-4A55-BE39-F32FA906994E}" destId="{2CBCDDAA-0A9A-4AF5-9DEA-490079449091}" srcOrd="2" destOrd="0" presId="urn:microsoft.com/office/officeart/2018/5/layout/IconLeafLabelList"/>
    <dgm:cxn modelId="{4F9FE774-DE13-2545-91BC-3F2D69E24DEA}" type="presParOf" srcId="{9B8DD134-6381-4A55-BE39-F32FA906994E}" destId="{413C04EC-5AF7-4165-9C07-889FB165C564}" srcOrd="3" destOrd="0" presId="urn:microsoft.com/office/officeart/2018/5/layout/IconLeafLabelList"/>
    <dgm:cxn modelId="{A90C7376-BB22-9340-A328-82C9480F3DF3}" type="presParOf" srcId="{4ED4632E-9BE3-4B19-8E85-4B6E745BDD3D}" destId="{FC6A8681-4CAA-4DED-A255-AC032AFB691E}" srcOrd="3" destOrd="0" presId="urn:microsoft.com/office/officeart/2018/5/layout/IconLeafLabelList"/>
    <dgm:cxn modelId="{E310FAC4-D861-7644-B91F-0D6D8BB1D5EB}" type="presParOf" srcId="{4ED4632E-9BE3-4B19-8E85-4B6E745BDD3D}" destId="{CA579471-F30E-421A-A1A3-F4AAE803F163}" srcOrd="4" destOrd="0" presId="urn:microsoft.com/office/officeart/2018/5/layout/IconLeafLabelList"/>
    <dgm:cxn modelId="{C5D7ECC3-55D7-844C-9459-CF64A5B7B95E}" type="presParOf" srcId="{CA579471-F30E-421A-A1A3-F4AAE803F163}" destId="{98DF0D84-917A-419C-B558-E3A134E87684}" srcOrd="0" destOrd="0" presId="urn:microsoft.com/office/officeart/2018/5/layout/IconLeafLabelList"/>
    <dgm:cxn modelId="{A61C5997-E7FD-F44B-B12D-D0A7E68EB279}" type="presParOf" srcId="{CA579471-F30E-421A-A1A3-F4AAE803F163}" destId="{1FA28497-976C-4E8B-B5CB-6AA892A357E3}" srcOrd="1" destOrd="0" presId="urn:microsoft.com/office/officeart/2018/5/layout/IconLeafLabelList"/>
    <dgm:cxn modelId="{D8F9C539-0E29-6348-A70E-B20DDB4D7113}" type="presParOf" srcId="{CA579471-F30E-421A-A1A3-F4AAE803F163}" destId="{2697B6C1-F7C2-4086-A8A7-09615491DA0B}" srcOrd="2" destOrd="0" presId="urn:microsoft.com/office/officeart/2018/5/layout/IconLeafLabelList"/>
    <dgm:cxn modelId="{B7A3EAD9-D7B8-0542-88B0-4A5E3BF47FE3}" type="presParOf" srcId="{CA579471-F30E-421A-A1A3-F4AAE803F163}" destId="{29057E12-80B9-4654-94DF-3881C1B60AB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1D078-BF0F-4DFA-B6AF-80596414F306}">
      <dsp:nvSpPr>
        <dsp:cNvPr id="0" name=""/>
        <dsp:cNvSpPr/>
      </dsp:nvSpPr>
      <dsp:spPr>
        <a:xfrm>
          <a:off x="1942059" y="18310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69128-6506-4EB3-BD84-69584137B072}">
      <dsp:nvSpPr>
        <dsp:cNvPr id="0" name=""/>
        <dsp:cNvSpPr/>
      </dsp:nvSpPr>
      <dsp:spPr>
        <a:xfrm>
          <a:off x="2358872" y="43512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5D60C-1A3C-4562-B9B1-A35D3EBA95C7}">
      <dsp:nvSpPr>
        <dsp:cNvPr id="0" name=""/>
        <dsp:cNvSpPr/>
      </dsp:nvSpPr>
      <dsp:spPr>
        <a:xfrm>
          <a:off x="1316841" y="25833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 Carlus Electum precisava de uma plataforma de e-commerce para digitalizar as suas vendas</a:t>
          </a:r>
        </a:p>
      </dsp:txBody>
      <dsp:txXfrm>
        <a:off x="1316841" y="2583311"/>
        <a:ext cx="3206250" cy="720000"/>
      </dsp:txXfrm>
    </dsp:sp>
    <dsp:sp modelId="{02363D23-FD5A-4FE3-9276-D7071B64FFC7}">
      <dsp:nvSpPr>
        <dsp:cNvPr id="0" name=""/>
        <dsp:cNvSpPr/>
      </dsp:nvSpPr>
      <dsp:spPr>
        <a:xfrm>
          <a:off x="5709403" y="18310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2E5B8-CD25-4BA2-91AE-C7A93D64B6DB}">
      <dsp:nvSpPr>
        <dsp:cNvPr id="0" name=""/>
        <dsp:cNvSpPr/>
      </dsp:nvSpPr>
      <dsp:spPr>
        <a:xfrm>
          <a:off x="6126216" y="43512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7933E-F8C3-4278-BDD6-F5C9E8B1C7AA}">
      <dsp:nvSpPr>
        <dsp:cNvPr id="0" name=""/>
        <dsp:cNvSpPr/>
      </dsp:nvSpPr>
      <dsp:spPr>
        <a:xfrm>
          <a:off x="5084184" y="258331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Os principais utilizadores vão ser os utilizadores e os administradores</a:t>
          </a:r>
        </a:p>
      </dsp:txBody>
      <dsp:txXfrm>
        <a:off x="5084184" y="2583311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C5CF3-8357-47BC-8F52-A095EF2F9933}">
      <dsp:nvSpPr>
        <dsp:cNvPr id="0" name=""/>
        <dsp:cNvSpPr/>
      </dsp:nvSpPr>
      <dsp:spPr>
        <a:xfrm>
          <a:off x="641138" y="175811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3A139-850D-4C03-BCC5-1720115D26FF}">
      <dsp:nvSpPr>
        <dsp:cNvPr id="0" name=""/>
        <dsp:cNvSpPr/>
      </dsp:nvSpPr>
      <dsp:spPr>
        <a:xfrm>
          <a:off x="1006763" y="541436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D6486-F5D1-48AC-84F9-C06E922BDA5F}">
      <dsp:nvSpPr>
        <dsp:cNvPr id="0" name=""/>
        <dsp:cNvSpPr/>
      </dsp:nvSpPr>
      <dsp:spPr>
        <a:xfrm>
          <a:off x="92700" y="2425811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Strategy para descontos</a:t>
          </a:r>
          <a:endParaRPr lang="en-US" sz="2500" kern="1200"/>
        </a:p>
      </dsp:txBody>
      <dsp:txXfrm>
        <a:off x="92700" y="2425811"/>
        <a:ext cx="2812500" cy="720000"/>
      </dsp:txXfrm>
    </dsp:sp>
    <dsp:sp modelId="{60C9E054-0D06-4FB2-B8CE-C041BC0DD406}">
      <dsp:nvSpPr>
        <dsp:cNvPr id="0" name=""/>
        <dsp:cNvSpPr/>
      </dsp:nvSpPr>
      <dsp:spPr>
        <a:xfrm>
          <a:off x="3945825" y="175811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6395F-E568-461E-96E3-64882748F5E1}">
      <dsp:nvSpPr>
        <dsp:cNvPr id="0" name=""/>
        <dsp:cNvSpPr/>
      </dsp:nvSpPr>
      <dsp:spPr>
        <a:xfrm>
          <a:off x="4311450" y="541436"/>
          <a:ext cx="984375" cy="98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C04EC-5AF7-4165-9C07-889FB165C564}">
      <dsp:nvSpPr>
        <dsp:cNvPr id="0" name=""/>
        <dsp:cNvSpPr/>
      </dsp:nvSpPr>
      <dsp:spPr>
        <a:xfrm>
          <a:off x="3397388" y="2425811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Factory para pagamentos</a:t>
          </a:r>
          <a:endParaRPr lang="en-US" sz="2500" kern="1200"/>
        </a:p>
      </dsp:txBody>
      <dsp:txXfrm>
        <a:off x="3397388" y="2425811"/>
        <a:ext cx="2812500" cy="720000"/>
      </dsp:txXfrm>
    </dsp:sp>
    <dsp:sp modelId="{98DF0D84-917A-419C-B558-E3A134E87684}">
      <dsp:nvSpPr>
        <dsp:cNvPr id="0" name=""/>
        <dsp:cNvSpPr/>
      </dsp:nvSpPr>
      <dsp:spPr>
        <a:xfrm>
          <a:off x="7250513" y="175811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28497-976C-4E8B-B5CB-6AA892A357E3}">
      <dsp:nvSpPr>
        <dsp:cNvPr id="0" name=""/>
        <dsp:cNvSpPr/>
      </dsp:nvSpPr>
      <dsp:spPr>
        <a:xfrm>
          <a:off x="7616138" y="541436"/>
          <a:ext cx="984375" cy="984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57E12-80B9-4654-94DF-3881C1B60ABD}">
      <dsp:nvSpPr>
        <dsp:cNvPr id="0" name=""/>
        <dsp:cNvSpPr/>
      </dsp:nvSpPr>
      <dsp:spPr>
        <a:xfrm>
          <a:off x="6702075" y="2425811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Repository para dados</a:t>
          </a:r>
          <a:endParaRPr lang="en-US" sz="2500" kern="1200"/>
        </a:p>
      </dsp:txBody>
      <dsp:txXfrm>
        <a:off x="6702075" y="2425811"/>
        <a:ext cx="281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5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7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1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4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3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0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5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1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8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7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62" r:id="rId6"/>
    <p:sldLayoutId id="2147483757" r:id="rId7"/>
    <p:sldLayoutId id="2147483758" r:id="rId8"/>
    <p:sldLayoutId id="2147483759" r:id="rId9"/>
    <p:sldLayoutId id="2147483761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21E2748A-300A-E014-0B0F-5E806F286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3434"/>
          <a:stretch>
            <a:fillRect/>
          </a:stretch>
        </p:blipFill>
        <p:spPr>
          <a:xfrm>
            <a:off x="20" y="11161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8213B-3213-B44A-52E3-C1DA30424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PT">
                <a:solidFill>
                  <a:srgbClr val="FFFFFF"/>
                </a:solidFill>
              </a:rPr>
              <a:t>Carlus Electum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3F6C2-13F8-CC9C-3827-15DC8D4DC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PT">
                <a:solidFill>
                  <a:srgbClr val="FFFFFF"/>
                </a:solidFill>
              </a:rPr>
              <a:t>Trabalho feito por: João Franco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94387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2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3" descr="Network Technology Background">
            <a:extLst>
              <a:ext uri="{FF2B5EF4-FFF2-40B4-BE49-F238E27FC236}">
                <a16:creationId xmlns:a16="http://schemas.microsoft.com/office/drawing/2014/main" id="{FB309708-D055-1C34-E41B-C4B1E72EEE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">
            <a:extLst>
              <a:ext uri="{FF2B5EF4-FFF2-40B4-BE49-F238E27FC236}">
                <a16:creationId xmlns:a16="http://schemas.microsoft.com/office/drawing/2014/main" id="{5A5CD42F-AE21-4AA7-BD72-1BB06E7DB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321734"/>
            <a:ext cx="10915923" cy="5596408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C6E91-B629-4FF9-5E46-17A216DB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96" y="665922"/>
            <a:ext cx="9800886" cy="10714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Visão geral do projeto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7789" y="1910746"/>
            <a:ext cx="961813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!!footer rectangle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509EB09-23F4-4CE9-BB86-231EFB091C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725343"/>
              </p:ext>
            </p:extLst>
          </p:nvPr>
        </p:nvGraphicFramePr>
        <p:xfrm>
          <a:off x="1308645" y="2275468"/>
          <a:ext cx="9607276" cy="3321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01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D430C-4504-10FA-045D-3E067701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Diagrama de casos de uso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C4AACD-6EC7-3E01-D6C2-2A3B53FAE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69" y="3824516"/>
            <a:ext cx="3659246" cy="239340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cap="all" spc="200">
                <a:solidFill>
                  <a:srgbClr val="FFFFFF"/>
                </a:solidFill>
              </a:rPr>
              <a:t>Diagrama de Casos de uso  do sistema Carlus Electum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0383D91D-9D73-873D-2717-5726751EB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434" y="520595"/>
            <a:ext cx="4816226" cy="59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5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34">
            <a:extLst>
              <a:ext uri="{FF2B5EF4-FFF2-40B4-BE49-F238E27FC236}">
                <a16:creationId xmlns:a16="http://schemas.microsoft.com/office/drawing/2014/main" id="{39B4056F-1959-4627-A683-77F6C0603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D53FE0A-A63D-386A-BB20-65431611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96" y="398214"/>
            <a:ext cx="8356208" cy="3948309"/>
          </a:xfrm>
          <a:prstGeom prst="rect">
            <a:avLst/>
          </a:prstGeom>
        </p:spPr>
      </p:pic>
      <p:sp>
        <p:nvSpPr>
          <p:cNvPr id="42" name="Rectangle 36">
            <a:extLst>
              <a:ext uri="{FF2B5EF4-FFF2-40B4-BE49-F238E27FC236}">
                <a16:creationId xmlns:a16="http://schemas.microsoft.com/office/drawing/2014/main" id="{D8D7349B-C9FA-4FCE-A1FF-948F460A3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554906"/>
            <a:ext cx="12188952" cy="230309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FE5B0-F879-6EE5-49E1-5488B07A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8" y="4905301"/>
            <a:ext cx="4988879" cy="1554485"/>
          </a:xfrm>
        </p:spPr>
        <p:txBody>
          <a:bodyPr anchor="ctr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Diagrama de Classes</a:t>
            </a:r>
            <a:endParaRPr lang="en-PT" sz="4000">
              <a:solidFill>
                <a:srgbClr val="FFFFFF"/>
              </a:solidFill>
            </a:endParaRPr>
          </a:p>
        </p:txBody>
      </p:sp>
      <p:cxnSp>
        <p:nvCxnSpPr>
          <p:cNvPr id="43" name="Straight Connector 38">
            <a:extLst>
              <a:ext uri="{FF2B5EF4-FFF2-40B4-BE49-F238E27FC236}">
                <a16:creationId xmlns:a16="http://schemas.microsoft.com/office/drawing/2014/main" id="{55646586-8E5D-4A2B-BDA9-01CE28AC8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0770" y="5247564"/>
            <a:ext cx="0" cy="8734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9073BF-0514-CBAF-F594-AB4A13859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301" y="4905300"/>
            <a:ext cx="5493699" cy="155448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Diagrama de classes do sistema Carlus Electum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2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D5C18-7E8C-3A7F-7350-BE13C8338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3718" y="701971"/>
            <a:ext cx="2994815" cy="1666501"/>
          </a:xfrm>
        </p:spPr>
        <p:txBody>
          <a:bodyPr>
            <a:normAutofit/>
          </a:bodyPr>
          <a:lstStyle/>
          <a:p>
            <a:r>
              <a:rPr lang="en-PT" sz="3400">
                <a:solidFill>
                  <a:schemeClr val="tx1"/>
                </a:solidFill>
              </a:rPr>
              <a:t>Diagrama</a:t>
            </a:r>
            <a:r>
              <a:rPr lang="en-GB" sz="3400">
                <a:solidFill>
                  <a:schemeClr val="tx1"/>
                </a:solidFill>
              </a:rPr>
              <a:t>s</a:t>
            </a:r>
            <a:r>
              <a:rPr lang="en-PT" sz="3400">
                <a:solidFill>
                  <a:schemeClr val="tx1"/>
                </a:solidFill>
              </a:rPr>
              <a:t> de </a:t>
            </a:r>
            <a:r>
              <a:rPr lang="en-GB" sz="3400">
                <a:solidFill>
                  <a:schemeClr val="tx1"/>
                </a:solidFill>
              </a:rPr>
              <a:t>Sequência (parte 1)</a:t>
            </a:r>
            <a:endParaRPr lang="en-PT" sz="3400">
              <a:solidFill>
                <a:schemeClr val="tx1"/>
              </a:solidFill>
            </a:endParaRPr>
          </a:p>
        </p:txBody>
      </p:sp>
      <p:pic>
        <p:nvPicPr>
          <p:cNvPr id="23" name="Marcador de Posição de Conteúdo 22">
            <a:extLst>
              <a:ext uri="{FF2B5EF4-FFF2-40B4-BE49-F238E27FC236}">
                <a16:creationId xmlns:a16="http://schemas.microsoft.com/office/drawing/2014/main" id="{8B1FD5DA-CF27-4C71-B281-58E4EB1C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1630893"/>
            <a:ext cx="3583439" cy="3602299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73AB38E-A50C-EA62-3E88-8D76799FC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639" y="767263"/>
            <a:ext cx="3583439" cy="2374027"/>
          </a:xfrm>
          <a:prstGeom prst="rect">
            <a:avLst/>
          </a:prstGeom>
        </p:spPr>
      </p:pic>
      <p:cxnSp>
        <p:nvCxnSpPr>
          <p:cNvPr id="69" name="Straight Connector 65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33674" y="2538728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Imagem 28">
            <a:extLst>
              <a:ext uri="{FF2B5EF4-FFF2-40B4-BE49-F238E27FC236}">
                <a16:creationId xmlns:a16="http://schemas.microsoft.com/office/drawing/2014/main" id="{13E01EAF-39FA-4864-22C1-75C40F94D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812" y="3971416"/>
            <a:ext cx="3638267" cy="1864611"/>
          </a:xfrm>
          <a:prstGeom prst="rect">
            <a:avLst/>
          </a:prstGeom>
        </p:spPr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2A038CA4-5C25-4A4F-522D-BD1DA02C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3718" y="2731361"/>
            <a:ext cx="2994815" cy="3483172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Diagrama de sequencias do sistema Carlus Electum</a:t>
            </a:r>
          </a:p>
          <a:p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15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1A73B-3AC5-A0F2-554A-51CE5FA7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B5795-53BB-37A3-F664-BBE8F181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2994815" cy="1666501"/>
          </a:xfrm>
        </p:spPr>
        <p:txBody>
          <a:bodyPr>
            <a:normAutofit/>
          </a:bodyPr>
          <a:lstStyle/>
          <a:p>
            <a:r>
              <a:rPr lang="en-PT" sz="3400">
                <a:solidFill>
                  <a:schemeClr val="tx1"/>
                </a:solidFill>
              </a:rPr>
              <a:t>Diagrama</a:t>
            </a:r>
            <a:r>
              <a:rPr lang="en-GB" sz="3400">
                <a:solidFill>
                  <a:schemeClr val="tx1"/>
                </a:solidFill>
              </a:rPr>
              <a:t>s</a:t>
            </a:r>
            <a:r>
              <a:rPr lang="en-PT" sz="3400">
                <a:solidFill>
                  <a:schemeClr val="tx1"/>
                </a:solidFill>
              </a:rPr>
              <a:t> de </a:t>
            </a:r>
            <a:r>
              <a:rPr lang="en-GB" sz="3400">
                <a:solidFill>
                  <a:schemeClr val="tx1"/>
                </a:solidFill>
              </a:rPr>
              <a:t>Sequência (parte 2)</a:t>
            </a:r>
            <a:endParaRPr lang="en-PT" sz="3400">
              <a:solidFill>
                <a:schemeClr val="tx1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016150E6-5235-91BE-46A1-2E8274710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2994815" cy="3342747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Diagrama de sequencias do sistema Carlus Electum</a:t>
            </a:r>
          </a:p>
          <a:p>
            <a:endParaRPr lang="en-US" sz="1800">
              <a:solidFill>
                <a:schemeClr val="tx1"/>
              </a:solidFill>
            </a:endParaRPr>
          </a:p>
          <a:p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F8B703-54DF-11DD-99C3-64307E089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578" y="409818"/>
            <a:ext cx="5103122" cy="247501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9642AF5-CB5F-4402-D3D4-9A6659066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158" y="3399346"/>
            <a:ext cx="5130017" cy="309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53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0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769D27-015D-F988-D303-4D46EE29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3718" y="701971"/>
            <a:ext cx="2994815" cy="1666501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chemeClr val="tx1"/>
                </a:solidFill>
              </a:rPr>
              <a:t>Diagrama de atividades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1DCF25-4359-552F-858A-6E4AB0E3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32" y="643466"/>
            <a:ext cx="4373288" cy="55710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1F11B92-5C92-26C6-376B-3B0456479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7"/>
          <a:stretch>
            <a:fillRect/>
          </a:stretch>
        </p:blipFill>
        <p:spPr>
          <a:xfrm>
            <a:off x="5350753" y="335246"/>
            <a:ext cx="2335237" cy="3093753"/>
          </a:xfrm>
          <a:prstGeom prst="rect">
            <a:avLst/>
          </a:prstGeom>
        </p:spPr>
      </p:pic>
      <p:cxnSp>
        <p:nvCxnSpPr>
          <p:cNvPr id="32" name="Straight Connector 22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33674" y="2538728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020A88BB-82A5-850E-42BC-EDA80650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97" r="4388"/>
          <a:stretch>
            <a:fillRect/>
          </a:stretch>
        </p:blipFill>
        <p:spPr>
          <a:xfrm>
            <a:off x="5350753" y="3546894"/>
            <a:ext cx="2335237" cy="2992994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B07B660-80EE-136A-FD99-9DDEC0AEF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3718" y="2731361"/>
            <a:ext cx="2994815" cy="3483172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Diagrama de atividades do sistema Carlus Electum</a:t>
            </a:r>
          </a:p>
          <a:p>
            <a:endParaRPr lang="en-US" sz="1800">
              <a:solidFill>
                <a:schemeClr val="tx1"/>
              </a:solidFill>
            </a:endParaRPr>
          </a:p>
          <a:p>
            <a:endParaRPr lang="en-GB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19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Network Technology Background">
            <a:extLst>
              <a:ext uri="{FF2B5EF4-FFF2-40B4-BE49-F238E27FC236}">
                <a16:creationId xmlns:a16="http://schemas.microsoft.com/office/drawing/2014/main" id="{FAB52013-310D-1A34-721A-2F461A899B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9245069-0E45-9FD5-C2A5-6D079BF7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Arquiteturas e padrões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8" name="Marcador de Posição de Conteúdo 2">
            <a:extLst>
              <a:ext uri="{FF2B5EF4-FFF2-40B4-BE49-F238E27FC236}">
                <a16:creationId xmlns:a16="http://schemas.microsoft.com/office/drawing/2014/main" id="{814FADBE-F7A9-D38C-1D6F-E2FC466C9D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353185"/>
              </p:ext>
            </p:extLst>
          </p:nvPr>
        </p:nvGraphicFramePr>
        <p:xfrm>
          <a:off x="1308645" y="2108202"/>
          <a:ext cx="9607276" cy="3321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2613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ssoa a ver telefone vazio">
            <a:extLst>
              <a:ext uri="{FF2B5EF4-FFF2-40B4-BE49-F238E27FC236}">
                <a16:creationId xmlns:a16="http://schemas.microsoft.com/office/drawing/2014/main" id="{CB715841-9179-EFA2-A9EE-AADCDE468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4696" b="10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9F9DEAE3-2346-9024-1F50-D5882DABE097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/>
              <a:t>Demonstração do código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E038214-0778-79E7-8D04-074656D46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lnSpc>
                <a:spcPct val="100000"/>
              </a:lnSpc>
              <a:buFont typeface="Calibri" panose="020F0502020204030204" pitchFamily="34" charset="0"/>
              <a:buNone/>
            </a:pPr>
            <a:r>
              <a:rPr lang="en-US" cap="all" spc="200" noProof="0"/>
              <a:t>Agora é quando eu irei demonstrar como a aplicação funciona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4730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Marcador de Posição de Conteúdo 4">
            <a:extLst>
              <a:ext uri="{FF2B5EF4-FFF2-40B4-BE49-F238E27FC236}">
                <a16:creationId xmlns:a16="http://schemas.microsoft.com/office/drawing/2014/main" id="{1A6A3EAB-BC23-CF98-2FD5-6B200FF03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904"/>
          <a:stretch>
            <a:fillRect/>
          </a:stretch>
        </p:blipFill>
        <p:spPr>
          <a:xfrm>
            <a:off x="3739282" y="148162"/>
            <a:ext cx="4713436" cy="4288431"/>
          </a:xfrm>
          <a:prstGeom prst="rect">
            <a:avLst/>
          </a:prstGeom>
        </p:spPr>
      </p:pic>
      <p:sp>
        <p:nvSpPr>
          <p:cNvPr id="21" name="Rectangle 13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467D44-7CA2-C268-2B96-3B12A7E30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00" y="4905662"/>
            <a:ext cx="7330353" cy="1541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Lições aprendidas e reflexões</a:t>
            </a:r>
          </a:p>
        </p:txBody>
      </p:sp>
      <p:cxnSp>
        <p:nvCxnSpPr>
          <p:cNvPr id="22" name="Straight Connector 15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009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D4559D54330741BA6573CC80996BF7" ma:contentTypeVersion="9" ma:contentTypeDescription="Create a new document." ma:contentTypeScope="" ma:versionID="d4dcae3308f232960cbaf4c0b34b574f">
  <xsd:schema xmlns:xsd="http://www.w3.org/2001/XMLSchema" xmlns:xs="http://www.w3.org/2001/XMLSchema" xmlns:p="http://schemas.microsoft.com/office/2006/metadata/properties" xmlns:ns3="02a4acb1-36ca-41f5-a400-7a20f6217545" xmlns:ns4="f7337155-7df6-4bf3-9aae-a9a3c01281b7" targetNamespace="http://schemas.microsoft.com/office/2006/metadata/properties" ma:root="true" ma:fieldsID="1c9102bb6453f17188fb5310f776df42" ns3:_="" ns4:_="">
    <xsd:import namespace="02a4acb1-36ca-41f5-a400-7a20f6217545"/>
    <xsd:import namespace="f7337155-7df6-4bf3-9aae-a9a3c01281b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4acb1-36ca-41f5-a400-7a20f621754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337155-7df6-4bf3-9aae-a9a3c01281b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a4acb1-36ca-41f5-a400-7a20f6217545" xsi:nil="true"/>
  </documentManagement>
</p:properties>
</file>

<file path=customXml/itemProps1.xml><?xml version="1.0" encoding="utf-8"?>
<ds:datastoreItem xmlns:ds="http://schemas.openxmlformats.org/officeDocument/2006/customXml" ds:itemID="{82E71ED2-07C4-4BFD-B475-01ACAA8067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B440B2-2775-41FB-854A-C13C952BDC9D}">
  <ds:schemaRefs>
    <ds:schemaRef ds:uri="02a4acb1-36ca-41f5-a400-7a20f6217545"/>
    <ds:schemaRef ds:uri="f7337155-7df6-4bf3-9aae-a9a3c01281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29A0ACF-BB15-4371-8ABF-97F4C4C994C6}">
  <ds:schemaRefs>
    <ds:schemaRef ds:uri="02a4acb1-36ca-41f5-a400-7a20f6217545"/>
    <ds:schemaRef ds:uri="f7337155-7df6-4bf3-9aae-a9a3c01281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RetrospectVTI</vt:lpstr>
      <vt:lpstr>Carlus Electum</vt:lpstr>
      <vt:lpstr>Visão geral do projeto</vt:lpstr>
      <vt:lpstr>Diagrama de casos de uso</vt:lpstr>
      <vt:lpstr>Diagrama de Classes</vt:lpstr>
      <vt:lpstr>Diagramas de Sequência (parte 1)</vt:lpstr>
      <vt:lpstr>Diagramas de Sequência (parte 2)</vt:lpstr>
      <vt:lpstr>Diagrama de atividades</vt:lpstr>
      <vt:lpstr>Arquiteturas e padrões</vt:lpstr>
      <vt:lpstr>PowerPoint Presentation</vt:lpstr>
      <vt:lpstr>Lições aprendidas e reflexões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Miguel Oliveira Franco</dc:creator>
  <cp:revision>2</cp:revision>
  <dcterms:created xsi:type="dcterms:W3CDTF">2026-01-02T16:43:43Z</dcterms:created>
  <dcterms:modified xsi:type="dcterms:W3CDTF">2026-01-03T21:09:51Z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0x010100CAD4559D54330741BA6573CC80996BF7</vt:lpwstr>
  </property>
</Properties>
</file>